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38FA648-ED42-4143-8F58-114231BF60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025"/>
            <a:ext cx="14630400" cy="6305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